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Recommendation System using Collaborative Filtering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Recommendation System using Collaborative Filtering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2468880"/>
            <a:ext cx="274320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Mining Techniques – Review Paper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Ashwin 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Year B.Tech Information Technology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Ramakrishnan College of Engineering, Trichy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 catalogues are too large for users to browse; recommender systems filter items by predicted interest.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work builds a product recommendation system using collaborative filtering, which learns from user–item rating behaviour without needing item content.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User-based CF, item-based CF and SVD matrix factorization are implemented and compared on the MovieLens dataset.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are evaluated with RMSE and MAE (rating prediction) and Precision@K, Recall@K and NDCG (top-N ranking).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study also analyses data sparsity, similarity measures and the cold-start problem.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Information overload: users face millions of products and cannot evaluate them all.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Recommender systems predict a user's preference and suggest relevant items (e.g., Amazon, Netflix).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Approaches: content-based, collaborative filtering, and hybrid.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Collaborative filtering assumes users who agreed in the past will agree in the future.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mining techniques used: preprocessing, similarity measurement, neighbourhood mining and dimensionality reduction.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Objective: build, compare and evaluate CF models for accurate product recommendation.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Reference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Contribution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Resnick et al. (1994)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GroupLens: first automated user-based CF for Usenet news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Sarwar et al. (2001)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Item-based CF; more scalable and stable than user-based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Herlocker et al. (2004)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Framework and metrics for evaluating CF recommenders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 &amp; Khoshgoftaar (2009)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Survey of CF: memory-based, model-based, hybrid; sparsity and cold start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Koren et al. (2009)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Matrix factorization for recommenders (Netflix Prize)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Popularity-based lists: the same top-selling items are shown to every user.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Content-based filtering: needs detailed item features and over-specialises (little novelty).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Basic neighbourhood CF: computes similarity over the full matrix, which is slow on large data.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limitations: data sparsity, cold start, scalability and popularity bias.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Collaborative filtering pipeline with preprocessing, three models and a unified evaluation.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User-based CF (cosine and Pearson) implemented from scratch using NumPy.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Item-based CF to improve stability and scalability.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SVD matrix factorization to learn latent factors and reduce the effect of sparsity.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Additional analysis: sparsity impact, similarity-metric comparison, and a popularity fallback for cold-start users.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Specification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Specification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Processor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Intel Core i5 or equivalent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 GB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Operating system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Windows 10/11 or Linux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Language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Python 3.x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Libraries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pandas, NumPy, scikit-learn, Surprise, Matplotlib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Environment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Jupyter Notebook / Google Colab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Dataset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MovieLens 100K (GroupLens)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8872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(MovieLens)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37360" y="1965960"/>
            <a:ext cx="18288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920240" y="1554480"/>
            <a:ext cx="118872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965960"/>
            <a:ext cx="18288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91840" y="1554480"/>
            <a:ext cx="118872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User–Item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Matrix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965960"/>
            <a:ext cx="18288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1554480"/>
            <a:ext cx="118872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CF Models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1965960"/>
            <a:ext cx="18288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35040" y="1554480"/>
            <a:ext cx="118872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1965960"/>
            <a:ext cx="18288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1554480"/>
            <a:ext cx="118872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57800" y="2377440"/>
            <a:ext cx="0" cy="36576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274320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11680" y="2743200"/>
            <a:ext cx="1645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User-based CF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274320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2743200"/>
            <a:ext cx="1645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Item-based CF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274320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0" y="2743200"/>
            <a:ext cx="1645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SVD (matrix factorization)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Ratings are cleaned, converted to a sparse user–item matrix, and passed to three CF models. Predictions are scored with RMSE/MAE and ranking metrics, then converted into top-N lists.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Involved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 and exploration: load ratings, rating distribution, basic statistics.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Preprocessing: missing values, filtering sparse users/items, train–test split.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Similarity computation: cosine, Pearson, adjusted cosine.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Prediction: user-based, item-based and SVD rating prediction.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Recommendation: generate top-N items per user, with popularity fallback for cold start.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Evaluation: RMSE, MAE, Precision@K, Recall@K, NDCG.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Results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  <a:gridCol w="128016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RMSE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Precision@10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Recall@10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NDCG@10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User-based CF (cosine)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User-based CF (Pearson)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Item-based CF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Values to be filled after running the experiments on MovieLens 100K. Planned graphs: rating distribution, RMSE vs number of neighbours, performance vs sparsity.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Collaborative filtering provides personalised recommendations using only user–item interactions.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Item-based CF and matrix factorization are expected to handle sparsity and scale better than user-based CF.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remain: cold start, sparsity and popularity bias.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work: hybrid models combining content features, implicit feedback and deep learning-based recommenders.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 P. Resnick, N. Iacovou, M. Suchak, P. Bergstrom, J. Riedl, "GroupLens: An open architecture for collaborative filtering of netnews," Proc. ACM CSCW, 1994.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 B. Sarwar, G. Karypis, J. Konstan, J. Riedl, "Item-based collaborative filtering recommendation algorithms," Proc. WWW, 2001.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 J. Herlocker, J. Konstan, L. Terveen, J. Riedl, "Evaluating collaborative filtering recommender systems," ACM TOIS, vol. 22, no. 1, 2004.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 X. Su, T. Khoshgoftaar, "A survey of collaborative filtering techniques," Advances in Artificial Intelligence, 2009.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 Y. Koren, R. Bell, C. Volinsky, "Matrix factorization techniques for recommender systems," IEEE Computer, vol. 42, no. 8, 2009.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 F. M. Harper, J. A. Konstan, "The MovieLens datasets: History and context," ACM TiiS, vol. 5, no. 4, 2015.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Academic">
      <a:dk1>
        <a:srgbClr val="1A1A1A"/>
      </a:dk1>
      <a:lt1>
        <a:srgbClr val="FFFFFF"/>
      </a:lt1>
      <a:dk2>
        <a:srgbClr val="1F3864"/>
      </a:dk2>
      <a:lt2>
        <a:srgbClr val="F2F2F2"/>
      </a:lt2>
      <a:accent1>
        <a:srgbClr val="1F3864"/>
      </a:accent1>
      <a:accent2>
        <a:srgbClr val="595959"/>
      </a:accent2>
      <a:accent3>
        <a:srgbClr val="7F7F7F"/>
      </a:accent3>
      <a:accent4>
        <a:srgbClr val="A6A6A6"/>
      </a:accent4>
      <a:accent5>
        <a:srgbClr val="D9D9D9"/>
      </a:accent5>
      <a:accent6>
        <a:srgbClr val="2E5C8A"/>
      </a:accent6>
      <a:hlink>
        <a:srgbClr val="1F3864"/>
      </a:hlink>
      <a:folHlink>
        <a:srgbClr val="595959"/>
      </a:folHlink>
    </a:clrScheme>
    <a:fontScheme name="Academic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Recommendation System using Collaborative Filtering</dc:title>
  <dc:subject>PptxGenJS Presentation</dc:subject>
  <dc:creator>PptxGenJS</dc:creator>
  <cp:lastModifiedBy>PptxGenJS</cp:lastModifiedBy>
  <cp:revision>1</cp:revision>
  <dcterms:created xsi:type="dcterms:W3CDTF">2026-10-07T08:39:36Z</dcterms:created>
  <dcterms:modified xsi:type="dcterms:W3CDTF">2026-10-07T08:39:36Z</dcterms:modified>
</cp:coreProperties>
</file>